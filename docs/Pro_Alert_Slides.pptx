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t>Pro-Alert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974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2E8F0"/>
                </a:solidFill>
              </a:defRPr>
            </a:pPr>
            <a:r>
              <a:t>IoT security monitoring platform</a:t>
            </a:r>
            <a:br/>
            <a:r>
              <a:t>Risk register · Performance &amp; security · Deployment &amp; maintenance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t>Final risk register – Pro-Alert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143000"/>
          <a:ext cx="83210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5181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A0F1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A0F1A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A0F1A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A0F1A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A0F1A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Weak/leaked JWT or secrets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JWT_SECRET generated; no .env in git; security gate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Access without verification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Verify before login; no session on signup until verified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MongoDB exposed / no TLS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L–M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mongodb+srv + auth; backups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SMTP / notification abuse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Rate limits; server-side secrets only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Bad prod config (CORS, HTTP)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CORS_ORIGINS; FORCE_HTTPS; checklist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R6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Dependency vulnerabilities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Pinned requirements; rebuild images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R7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Stripe webhook forgery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Webhook secret; signature validation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R8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No backup / failed restore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</a:defRPr>
                      </a:pPr>
                      <a:r>
                        <a:t>Atlas backups; restore drill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94A3B8"/>
                </a:solidFill>
              </a:defRPr>
            </a:pPr>
            <a:r>
              <a:t>Residual risk accepted only where controls reduce impact · Critical items gated before go-live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t>Artefact performance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023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JWT + refresh rotation; logout revokes refresh; optional MFA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Zero-tolerance email verification before API/dashboard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bcrypt; strong password policy; lockout after failed attempts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Rate limits on signup, login, password reset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HTTPS; strict CORS; pre-deploy security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09728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463040"/>
            <a:ext cx="4023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FastAPI + Motor (async MongoDB)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Indexes on users.email, devices, alerts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Stateless API – scale behind reverse proxy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WebSockets for real-time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l">
              <a:defRPr sz="1400">
                <a:solidFill>
                  <a:srgbClr val="60A5FA"/>
                </a:solidFill>
              </a:defRPr>
            </a:pPr>
            <a:r>
              <a:t>Takeaway: Layered security (verify → login → JWT); performance via async I/O and indexing.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t>Artefact deployment &amp;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023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Docker Compose: API + MongoDB 7; env_file for secrets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Railway / Render: pip + uvicorn; /api/health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Single .env – APP_BASE_URL, CORS, SMTP, Twilio, Stripe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Pre-deploy: TLS DB, HTTPS, email links to live 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09728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463040"/>
            <a:ext cx="4023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Restart policies; log auth/email failures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Backups; retention/cleanup jobs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Post-deploy: test auth + notifications; rollback via image tag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Monitor /api/health; product alerts for device offline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77639"/>
            <a:ext cx="8229600" cy="6858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300">
                <a:solidFill>
                  <a:srgbClr val="60A5FA"/>
                </a:solidFill>
              </a:defRPr>
            </a:pPr>
            <a:r>
              <a:t>Takeaway: Repeatable Docker + env deploy; checklist-driven maintenance with backups and health checks.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