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0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0A5FA"/>
                </a:solidFill>
              </a:defRPr>
            </a:pPr>
            <a:r>
              <a:t>Pro-Alert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IoT security platform</a:t>
            </a:r>
            <a:br/>
            <a:r>
              <a:t>Risk register 1–10 · RAG (red/amber/green)</a:t>
            </a:r>
            <a:br/>
            <a:r>
              <a:t>Low / Medium / Critical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Risk methodology &amp; RAG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SCORE 1–10: Combined likelihood × impact after controls. Higher = more attention.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IMPACT: Low (limited) · Medium (service/user) · Critical (breach/legal/total loss).</a:t>
            </a:r>
          </a:p>
          <a:p>
            <a:pPr>
              <a:defRPr sz="1300">
                <a:solidFill>
                  <a:srgbClr val="E2E8F0"/>
                </a:solidFill>
              </a:defRPr>
            </a:pP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RAG:</a:t>
            </a:r>
          </a:p>
          <a:p>
            <a:pPr>
              <a:defRPr sz="1300">
                <a:solidFill>
                  <a:srgbClr val="16A34A"/>
                </a:solidFill>
              </a:defRPr>
            </a:pPr>
            <a:r>
              <a:t>  GREEN  LOW      Score 1–3  — acceptable residual; monitor.</a:t>
            </a:r>
          </a:p>
          <a:p>
            <a:pPr>
              <a:defRPr sz="1300">
                <a:solidFill>
                  <a:srgbClr val="D97706"/>
                </a:solidFill>
              </a:defRPr>
            </a:pPr>
            <a:r>
              <a:t>  AMBER  MEDIUM   Score 4–6  — active controls; owner review.</a:t>
            </a:r>
          </a:p>
          <a:p>
            <a:pPr>
              <a:defRPr sz="1300">
                <a:solidFill>
                  <a:srgbClr val="DC2626"/>
                </a:solidFill>
              </a:defRPr>
            </a:pPr>
            <a:r>
              <a:t>  RED    CRITICAL Score 7–10 — treat immediately; no go-live without mitigation.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Risk register 1–5 (RAG colour-coded)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96112"/>
          <a:ext cx="85953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9296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Controls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JWT/secret compromise Default/leaked JWT; repo secrets → full takeover.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Strong JWT_SECRET; no .env in git; HttpOnly; TTL; refresh rotation; pre-deploy gate.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Unverified access Session before verify → API/dashboard abuse.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No JWT on signup; verify-then-login; deps reject unverified; revoke on verify.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MongoDB exposure No TLS/open cluster → data leak.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TLS; auth; least privilege; backups encrypted.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Comms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SMTP abuse Forged/bulk mail.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Rate limits; app passwords; server-side only.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Prod misconfig CORS *; HTTP; bad APP_BASE_URL.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Allowlist CORS; HTTPS; HSTS; checklist.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Risk register 6–10 (RAG colour-coded)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96112"/>
          <a:ext cx="85953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9296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Controls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Supply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Dependency CVEs RCE via lib/image.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Pinned deps; audit; minimal base image.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Webhook forgery Fake Stripe events.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Webhook secret; signature verify.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Backup/restore fail Data loss; no recovery.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Continuous backup; restore drill; RTO/RPO.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Avail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DoS / limit bypass API exhaustion.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Rate limits; scale-out; health separate.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Human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Insider/admin abuse Privileged misuse.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0F172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RBAC; audit; MFA; access review.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00" b="0">
                          <a:solidFill>
                            <a:srgbClr val="E2E8F0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Performance &amp; security —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Confidentiality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JWT only after verify; refresh hashed; logout revokes all.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Bcrypt; complexity; lockout; optional MFA.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Secrets env-only; CORS allowlist.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Integrity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Stripe webhooks signed; HTTPS/HSTS.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Correct APP_BASE_URL on email links.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Availability / performance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FastAPI + Motor async; indexes on hot paths.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Stateless scale-out; WebSockets reduce polling.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Rate limits on auth; retention avoids unbounded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Deployment &amp; maintenance —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Deployment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Docker Compose / Railway / Render; uvicorn 0.0.0.0 $PORT.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security_gate before prod; TLS Mongo; no wildcard CORS.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Config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.env / platform vars single source; no secrets in layers.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Rebuild on rotation.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Maintenance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Backups + restore drill; RPO/RTO.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Post-deploy smoke: auth, notifications, webhooks.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  • Rollback via image tag; /api/health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